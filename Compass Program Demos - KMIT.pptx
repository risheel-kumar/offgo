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Avant Garde Demi SFDC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AvantGardeDemiSFDC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3a8058bd_0_1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73a8058bd_0_1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3a8058bd_0_1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3a8058bd_0_1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73a8058bd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73a8058bd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3a8058bd_0_1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3a8058bd_0_1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3a8058bd_0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73a8058bd_0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73a8058bd_0_1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73a8058bd_0_1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3a8058bd_0_1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3a8058bd_0_1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5B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04348" y="983549"/>
            <a:ext cx="51912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[PROJECT NAME]</a:t>
            </a:r>
            <a:endParaRPr sz="45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97025" y="1943400"/>
            <a:ext cx="5661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KMIT Compass Program VTO — Final Project Presentation</a:t>
            </a:r>
            <a:endParaRPr b="1" sz="1600">
              <a:solidFill>
                <a:srgbClr val="FFFFFF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97025" y="3353650"/>
            <a:ext cx="48504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Team</a:t>
            </a:r>
            <a:r>
              <a:rPr lang="en" sz="13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: [STUDENT NAMES]</a:t>
            </a:r>
            <a:endParaRPr sz="1300">
              <a:solidFill>
                <a:srgbClr val="FFFFFF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Salesforce Mentor</a:t>
            </a:r>
            <a:r>
              <a:rPr lang="en" sz="13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: [MENTOR NAME]</a:t>
            </a:r>
            <a:endParaRPr sz="1300">
              <a:solidFill>
                <a:srgbClr val="FFFFFF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[</a:t>
            </a:r>
            <a:r>
              <a:rPr b="1" lang="en" sz="13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DATE</a:t>
            </a:r>
            <a:r>
              <a:rPr lang="en" sz="1300">
                <a:solidFill>
                  <a:srgbClr val="FFFFFF"/>
                </a:solidFill>
                <a:latin typeface="Salesforce Sans"/>
                <a:ea typeface="Salesforce Sans"/>
                <a:cs typeface="Salesforce Sans"/>
                <a:sym typeface="Salesforce Sans"/>
              </a:rPr>
              <a:t>]</a:t>
            </a:r>
            <a:endParaRPr sz="1300">
              <a:solidFill>
                <a:srgbClr val="FFFFFF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6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428625" y="1142925"/>
            <a:ext cx="4000500" cy="34290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580925" y="1142925"/>
            <a:ext cx="4134600" cy="34290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714875" y="1275125"/>
            <a:ext cx="3826200" cy="3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2775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b="1" sz="900">
              <a:solidFill>
                <a:srgbClr val="002775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792625" y="924038"/>
            <a:ext cx="1711200" cy="3798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Solution Overview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28625" y="388605"/>
            <a:ext cx="839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Project at a Glance</a:t>
            </a:r>
            <a:endParaRPr b="1" sz="2200">
              <a:solidFill>
                <a:schemeClr val="lt1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2775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430400" y="924038"/>
            <a:ext cx="1711200" cy="3798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Problem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6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428625" y="1142925"/>
            <a:ext cx="8286900" cy="34290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28625" y="388605"/>
            <a:ext cx="839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Architecture &amp; Tech Stack</a:t>
            </a:r>
            <a:endParaRPr b="1" sz="2200">
              <a:solidFill>
                <a:schemeClr val="lt1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2775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6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428625" y="1191358"/>
            <a:ext cx="2478300" cy="37593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05450" y="951399"/>
            <a:ext cx="1770000" cy="4065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Feature 01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28625" y="388605"/>
            <a:ext cx="839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Key Features</a:t>
            </a:r>
            <a:endParaRPr b="1" sz="2200">
              <a:solidFill>
                <a:schemeClr val="lt1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2775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383778" y="1191372"/>
            <a:ext cx="2478300" cy="37593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3660603" y="951413"/>
            <a:ext cx="1770000" cy="4065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Feature 02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333225" y="1191358"/>
            <a:ext cx="2478300" cy="37593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610050" y="951399"/>
            <a:ext cx="1770000" cy="4065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Feature 03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6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428625" y="1142925"/>
            <a:ext cx="8286900" cy="34290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744300" y="968088"/>
            <a:ext cx="1655400" cy="3798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Demo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28625" y="388605"/>
            <a:ext cx="839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Live Demo</a:t>
            </a:r>
            <a:endParaRPr b="1" sz="2200">
              <a:solidFill>
                <a:schemeClr val="lt1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6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428625" y="1142925"/>
            <a:ext cx="4000500" cy="34290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580925" y="1142925"/>
            <a:ext cx="4134600" cy="3429000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714875" y="1275125"/>
            <a:ext cx="3826200" cy="3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2775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t/>
            </a:r>
            <a:endParaRPr b="1" sz="900">
              <a:solidFill>
                <a:srgbClr val="002775"/>
              </a:solidFill>
              <a:latin typeface="Salesforce Sans"/>
              <a:ea typeface="Salesforce Sans"/>
              <a:cs typeface="Salesforce Sans"/>
              <a:sym typeface="Salesforce Sans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05450" y="924050"/>
            <a:ext cx="3161100" cy="3798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Technical Challenges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792625" y="924038"/>
            <a:ext cx="1711200" cy="379800"/>
          </a:xfrm>
          <a:prstGeom prst="roundRect">
            <a:avLst>
              <a:gd fmla="val 50000" name="adj"/>
            </a:avLst>
          </a:prstGeom>
          <a:solidFill>
            <a:srgbClr val="022AC0"/>
          </a:solidFill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Key Learnings</a:t>
            </a:r>
            <a:endParaRPr b="1" sz="13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28625" y="388605"/>
            <a:ext cx="839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Challenges &amp; Learnings</a:t>
            </a:r>
            <a:endParaRPr b="1" sz="2200">
              <a:solidFill>
                <a:schemeClr val="lt1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5B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2744400" y="1183200"/>
            <a:ext cx="3655200" cy="27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Thank</a:t>
            </a:r>
            <a:endParaRPr b="1" sz="100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  You</a:t>
            </a:r>
            <a:endParaRPr b="1" sz="10000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